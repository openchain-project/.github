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4" r:id="rId1"/>
  </p:sldMasterIdLst>
  <p:notesMasterIdLst>
    <p:notesMasterId r:id="rId15"/>
  </p:notesMasterIdLst>
  <p:sldIdLst>
    <p:sldId id="268" r:id="rId2"/>
    <p:sldId id="257" r:id="rId3"/>
    <p:sldId id="258" r:id="rId4"/>
    <p:sldId id="259" r:id="rId5"/>
    <p:sldId id="269" r:id="rId6"/>
    <p:sldId id="260" r:id="rId7"/>
    <p:sldId id="261" r:id="rId8"/>
    <p:sldId id="262" r:id="rId9"/>
    <p:sldId id="263" r:id="rId10"/>
    <p:sldId id="264" r:id="rId11"/>
    <p:sldId id="265" r:id="rId12"/>
    <p:sldId id="266" r:id="rId13"/>
    <p:sldId id="267" r:id="rId14"/>
  </p:sldIdLst>
  <p:sldSz cx="9144000" cy="5143500" type="screen16x9"/>
  <p:notesSz cx="6858000" cy="9144000"/>
  <p:embeddedFontLst>
    <p:embeddedFont>
      <p:font typeface="Josefin Sans" pitchFamily="2" charset="77"/>
      <p:regular r:id="rId16"/>
      <p:bold r:id="rId17"/>
    </p:embeddedFont>
    <p:embeddedFont>
      <p:font typeface="Open Sans Medium" pitchFamily="2" charset="0"/>
      <p:regular r:id="rId18"/>
      <p:bold r:id="rId19"/>
      <p:italic r:id="rId20"/>
      <p:boldItalic r:id="rId21"/>
    </p:embeddedFont>
    <p:embeddedFont>
      <p:font typeface="Roboto" panose="02000000000000000000" pitchFamily="2" charset="0"/>
      <p:regular r:id="rId22"/>
      <p:bold r:id="rId23"/>
      <p:italic r:id="rId24"/>
      <p:boldItalic r:id="rId25"/>
    </p:embeddedFont>
    <p:embeddedFont>
      <p:font typeface="Roboto Slab Light" pitchFamily="2"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74"/>
  </p:normalViewPr>
  <p:slideViewPr>
    <p:cSldViewPr snapToGrid="0">
      <p:cViewPr varScale="1">
        <p:scale>
          <a:sx n="165" d="100"/>
          <a:sy n="165" d="100"/>
        </p:scale>
        <p:origin x="36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0242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44aaa0767c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44aaa0767c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44aaa0767c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44aaa0767c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44aaa0767c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4628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46cbe31ecc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46cbe31ec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44aaa0767c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44aaa0767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44aaa0767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44aaa0767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44aaa0767c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144aaa0767c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44aaa0767c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44aaa0767c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44aaa0767c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44aaa0767c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pic>
        <p:nvPicPr>
          <p:cNvPr id="11" name="Picture 10" descr="A cartoon of a penguin with a checklist&#10;&#10;Description automatically generated">
            <a:extLst>
              <a:ext uri="{FF2B5EF4-FFF2-40B4-BE49-F238E27FC236}">
                <a16:creationId xmlns:a16="http://schemas.microsoft.com/office/drawing/2014/main" id="{6EF71AF1-4754-1112-C2D6-C5EFBDBAB9CA}"/>
              </a:ext>
            </a:extLst>
          </p:cNvPr>
          <p:cNvPicPr>
            <a:picLocks noChangeAspect="1"/>
          </p:cNvPicPr>
          <p:nvPr userDrawn="1"/>
        </p:nvPicPr>
        <p:blipFill>
          <a:blip r:embed="rId2"/>
          <a:stretch>
            <a:fillRect/>
          </a:stretch>
        </p:blipFill>
        <p:spPr>
          <a:xfrm>
            <a:off x="6803796" y="3589156"/>
            <a:ext cx="1518571" cy="1518571"/>
          </a:xfrm>
          <a:prstGeom prst="rect">
            <a:avLst/>
          </a:prstGeom>
        </p:spPr>
      </p:pic>
      <p:sp>
        <p:nvSpPr>
          <p:cNvPr id="29" name="Google Shape;29;p4"/>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latin typeface="Josefin Sans" pitchFamily="2" charset="77"/>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dirty="0"/>
          </a:p>
        </p:txBody>
      </p:sp>
      <p:sp>
        <p:nvSpPr>
          <p:cNvPr id="30" name="Google Shape;30;p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latin typeface="Josefin Sans" pitchFamily="2" charset="77"/>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dirty="0"/>
          </a:p>
        </p:txBody>
      </p:sp>
      <p:pic>
        <p:nvPicPr>
          <p:cNvPr id="31" name="Google Shape;31;p4"/>
          <p:cNvPicPr preferRelativeResize="0"/>
          <p:nvPr/>
        </p:nvPicPr>
        <p:blipFill>
          <a:blip r:embed="rId3">
            <a:alphaModFix/>
          </a:blip>
          <a:stretch>
            <a:fillRect/>
          </a:stretch>
        </p:blipFill>
        <p:spPr>
          <a:xfrm rot="5400000">
            <a:off x="8312352" y="4301684"/>
            <a:ext cx="844843" cy="838800"/>
          </a:xfrm>
          <a:prstGeom prst="rect">
            <a:avLst/>
          </a:prstGeom>
          <a:noFill/>
          <a:ln>
            <a:noFill/>
          </a:ln>
        </p:spPr>
      </p:pic>
      <p:sp>
        <p:nvSpPr>
          <p:cNvPr id="32" name="Google Shape;32;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p:nvPr/>
        </p:nvSpPr>
        <p:spPr>
          <a:xfrm>
            <a:off x="8208900" y="0"/>
            <a:ext cx="935100" cy="93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34;p4"/>
          <p:cNvPicPr preferRelativeResize="0"/>
          <p:nvPr/>
        </p:nvPicPr>
        <p:blipFill>
          <a:blip r:embed="rId4">
            <a:alphaModFix/>
          </a:blip>
          <a:stretch>
            <a:fillRect/>
          </a:stretch>
        </p:blipFill>
        <p:spPr>
          <a:xfrm>
            <a:off x="7273800" y="3350"/>
            <a:ext cx="935100" cy="928411"/>
          </a:xfrm>
          <a:prstGeom prst="rect">
            <a:avLst/>
          </a:prstGeom>
          <a:noFill/>
          <a:ln>
            <a:noFill/>
          </a:ln>
        </p:spPr>
      </p:pic>
      <p:pic>
        <p:nvPicPr>
          <p:cNvPr id="35" name="Google Shape;35;p4"/>
          <p:cNvPicPr preferRelativeResize="0"/>
          <p:nvPr/>
        </p:nvPicPr>
        <p:blipFill>
          <a:blip r:embed="rId5">
            <a:alphaModFix/>
          </a:blip>
          <a:stretch>
            <a:fillRect/>
          </a:stretch>
        </p:blipFill>
        <p:spPr>
          <a:xfrm>
            <a:off x="705588" y="4235030"/>
            <a:ext cx="1194674" cy="3936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6"/>
          <a:stretch>
            <a:fillRect/>
          </a:stretch>
        </p:blipFill>
        <p:spPr>
          <a:xfrm>
            <a:off x="2284576" y="4122678"/>
            <a:ext cx="1080274" cy="618303"/>
          </a:xfrm>
          <a:prstGeom prst="rect">
            <a:avLst/>
          </a:prstGeom>
        </p:spPr>
      </p:pic>
      <p:pic>
        <p:nvPicPr>
          <p:cNvPr id="9" name="Picture 8" descr="A cartoon penguin holding a sign&#10;&#10;Description automatically generated">
            <a:extLst>
              <a:ext uri="{FF2B5EF4-FFF2-40B4-BE49-F238E27FC236}">
                <a16:creationId xmlns:a16="http://schemas.microsoft.com/office/drawing/2014/main" id="{5270FC4D-997D-8813-5161-177B94229163}"/>
              </a:ext>
            </a:extLst>
          </p:cNvPr>
          <p:cNvPicPr>
            <a:picLocks noChangeAspect="1"/>
          </p:cNvPicPr>
          <p:nvPr userDrawn="1"/>
        </p:nvPicPr>
        <p:blipFill>
          <a:blip r:embed="rId7"/>
          <a:stretch>
            <a:fillRect/>
          </a:stretch>
        </p:blipFill>
        <p:spPr>
          <a:xfrm>
            <a:off x="5455252" y="3314696"/>
            <a:ext cx="1627148" cy="16271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Dark 2">
  <p:cSld name="TITLE_2">
    <p:bg>
      <p:bgPr>
        <a:solidFill>
          <a:schemeClr val="accent1"/>
        </a:solidFill>
        <a:effectLst/>
      </p:bgPr>
    </p:bg>
    <p:spTree>
      <p:nvGrpSpPr>
        <p:cNvPr id="1" name="Shape 36"/>
        <p:cNvGrpSpPr/>
        <p:nvPr/>
      </p:nvGrpSpPr>
      <p:grpSpPr>
        <a:xfrm>
          <a:off x="0" y="0"/>
          <a:ext cx="0" cy="0"/>
          <a:chOff x="0" y="0"/>
          <a:chExt cx="0" cy="0"/>
        </a:xfrm>
      </p:grpSpPr>
      <p:sp>
        <p:nvSpPr>
          <p:cNvPr id="37" name="Google Shape;37;p5"/>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latin typeface="Josefin Sans" pitchFamily="2" charset="77"/>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dirty="0"/>
          </a:p>
        </p:txBody>
      </p:sp>
      <p:sp>
        <p:nvSpPr>
          <p:cNvPr id="38" name="Google Shape;38;p5"/>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latin typeface="Josefin Sans" pitchFamily="2" charset="77"/>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dirty="0"/>
          </a:p>
        </p:txBody>
      </p:sp>
      <p:pic>
        <p:nvPicPr>
          <p:cNvPr id="39" name="Google Shape;39;p5"/>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40" name="Google Shape;40;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5"/>
          <p:cNvSpPr/>
          <p:nvPr/>
        </p:nvSpPr>
        <p:spPr>
          <a:xfrm>
            <a:off x="8128803" y="-9"/>
            <a:ext cx="1015200" cy="1015200"/>
          </a:xfrm>
          <a:prstGeom prst="rect">
            <a:avLst/>
          </a:prstGeom>
          <a:solidFill>
            <a:srgbClr val="5B1D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rot="10800000">
            <a:off x="8128789" y="1015350"/>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 name="Google Shape;43;p5"/>
          <p:cNvPicPr preferRelativeResize="0"/>
          <p:nvPr/>
        </p:nvPicPr>
        <p:blipFill>
          <a:blip r:embed="rId3">
            <a:alphaModFix/>
          </a:blip>
          <a:stretch>
            <a:fillRect/>
          </a:stretch>
        </p:blipFill>
        <p:spPr>
          <a:xfrm>
            <a:off x="705588" y="4235030"/>
            <a:ext cx="1194674" cy="393600"/>
          </a:xfrm>
          <a:prstGeom prst="rect">
            <a:avLst/>
          </a:prstGeom>
          <a:noFill/>
          <a:ln>
            <a:noFill/>
          </a:ln>
        </p:spPr>
      </p:pic>
      <p:pic>
        <p:nvPicPr>
          <p:cNvPr id="3" name="Picture 2">
            <a:extLst>
              <a:ext uri="{FF2B5EF4-FFF2-40B4-BE49-F238E27FC236}">
                <a16:creationId xmlns:a16="http://schemas.microsoft.com/office/drawing/2014/main" id="{6984444C-1954-8C2E-C357-BE163586EC20}"/>
              </a:ext>
            </a:extLst>
          </p:cNvPr>
          <p:cNvPicPr>
            <a:picLocks noChangeAspect="1"/>
          </p:cNvPicPr>
          <p:nvPr userDrawn="1"/>
        </p:nvPicPr>
        <p:blipFill>
          <a:blip r:embed="rId4"/>
          <a:stretch>
            <a:fillRect/>
          </a:stretch>
        </p:blipFill>
        <p:spPr>
          <a:xfrm>
            <a:off x="2284576" y="4122678"/>
            <a:ext cx="1080274" cy="618303"/>
          </a:xfrm>
          <a:prstGeom prst="rect">
            <a:avLst/>
          </a:prstGeom>
        </p:spPr>
      </p:pic>
      <p:pic>
        <p:nvPicPr>
          <p:cNvPr id="2" name="Picture 1" descr="A cartoon of a penguin with a checklist&#10;&#10;Description automatically generated">
            <a:extLst>
              <a:ext uri="{FF2B5EF4-FFF2-40B4-BE49-F238E27FC236}">
                <a16:creationId xmlns:a16="http://schemas.microsoft.com/office/drawing/2014/main" id="{38025761-8E89-BC82-DEA1-53C77F9AD011}"/>
              </a:ext>
            </a:extLst>
          </p:cNvPr>
          <p:cNvPicPr>
            <a:picLocks noChangeAspect="1"/>
          </p:cNvPicPr>
          <p:nvPr userDrawn="1"/>
        </p:nvPicPr>
        <p:blipFill>
          <a:blip r:embed="rId5"/>
          <a:stretch>
            <a:fillRect/>
          </a:stretch>
        </p:blipFill>
        <p:spPr>
          <a:xfrm>
            <a:off x="6803796" y="3589156"/>
            <a:ext cx="1518571" cy="1518571"/>
          </a:xfrm>
          <a:prstGeom prst="rect">
            <a:avLst/>
          </a:prstGeom>
        </p:spPr>
      </p:pic>
      <p:pic>
        <p:nvPicPr>
          <p:cNvPr id="5" name="Picture 4" descr="A cartoon penguin holding a sign&#10;&#10;Description automatically generated">
            <a:extLst>
              <a:ext uri="{FF2B5EF4-FFF2-40B4-BE49-F238E27FC236}">
                <a16:creationId xmlns:a16="http://schemas.microsoft.com/office/drawing/2014/main" id="{6C30DF59-D3C6-C171-DF0F-B2F1E89460CF}"/>
              </a:ext>
            </a:extLst>
          </p:cNvPr>
          <p:cNvPicPr>
            <a:picLocks noChangeAspect="1"/>
          </p:cNvPicPr>
          <p:nvPr userDrawn="1"/>
        </p:nvPicPr>
        <p:blipFill>
          <a:blip r:embed="rId6"/>
          <a:stretch>
            <a:fillRect/>
          </a:stretch>
        </p:blipFill>
        <p:spPr>
          <a:xfrm>
            <a:off x="5455252" y="3314696"/>
            <a:ext cx="1627148" cy="16271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Light">
  <p:cSld name="TITLE_1">
    <p:bg>
      <p:bgPr>
        <a:solidFill>
          <a:schemeClr val="lt1"/>
        </a:solidFill>
        <a:effectLst/>
      </p:bgPr>
    </p:bg>
    <p:spTree>
      <p:nvGrpSpPr>
        <p:cNvPr id="1" name="Shape 44"/>
        <p:cNvGrpSpPr/>
        <p:nvPr/>
      </p:nvGrpSpPr>
      <p:grpSpPr>
        <a:xfrm>
          <a:off x="0" y="0"/>
          <a:ext cx="0" cy="0"/>
          <a:chOff x="0" y="0"/>
          <a:chExt cx="0" cy="0"/>
        </a:xfrm>
      </p:grpSpPr>
      <p:sp>
        <p:nvSpPr>
          <p:cNvPr id="45" name="Google Shape;45;p6"/>
          <p:cNvSpPr/>
          <p:nvPr/>
        </p:nvSpPr>
        <p:spPr>
          <a:xfrm>
            <a:off x="8224223" y="-12"/>
            <a:ext cx="921900" cy="921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6"/>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SzPts val="4200"/>
              <a:buNone/>
              <a:defRPr sz="4200">
                <a:latin typeface="Josefin Sans" pitchFamily="2" charset="77"/>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dirty="0"/>
          </a:p>
        </p:txBody>
      </p:sp>
      <p:sp>
        <p:nvSpPr>
          <p:cNvPr id="47" name="Google Shape;47;p6"/>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2100"/>
              <a:buNone/>
              <a:defRPr sz="2100">
                <a:solidFill>
                  <a:schemeClr val="dk1"/>
                </a:solidFill>
                <a:latin typeface="Josefin Sans" pitchFamily="2" charset="77"/>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dirty="0"/>
          </a:p>
        </p:txBody>
      </p:sp>
      <p:sp>
        <p:nvSpPr>
          <p:cNvPr id="48" name="Google Shape;48;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49" name="Google Shape;49;p6"/>
          <p:cNvPicPr preferRelativeResize="0"/>
          <p:nvPr/>
        </p:nvPicPr>
        <p:blipFill>
          <a:blip r:embed="rId2">
            <a:alphaModFix/>
          </a:blip>
          <a:stretch>
            <a:fillRect/>
          </a:stretch>
        </p:blipFill>
        <p:spPr>
          <a:xfrm>
            <a:off x="703825" y="4236350"/>
            <a:ext cx="1186599" cy="390950"/>
          </a:xfrm>
          <a:prstGeom prst="rect">
            <a:avLst/>
          </a:prstGeom>
          <a:noFill/>
          <a:ln>
            <a:noFill/>
          </a:ln>
        </p:spPr>
      </p:pic>
      <p:pic>
        <p:nvPicPr>
          <p:cNvPr id="2" name="Picture 1">
            <a:extLst>
              <a:ext uri="{FF2B5EF4-FFF2-40B4-BE49-F238E27FC236}">
                <a16:creationId xmlns:a16="http://schemas.microsoft.com/office/drawing/2014/main" id="{6F398ED9-B304-4009-5835-E21B19AE7FC0}"/>
              </a:ext>
            </a:extLst>
          </p:cNvPr>
          <p:cNvPicPr>
            <a:picLocks noChangeAspect="1"/>
          </p:cNvPicPr>
          <p:nvPr userDrawn="1"/>
        </p:nvPicPr>
        <p:blipFill>
          <a:blip r:embed="rId3"/>
          <a:stretch>
            <a:fillRect/>
          </a:stretch>
        </p:blipFill>
        <p:spPr>
          <a:xfrm>
            <a:off x="2335717" y="4137309"/>
            <a:ext cx="1029133" cy="589032"/>
          </a:xfrm>
          <a:prstGeom prst="rect">
            <a:avLst/>
          </a:prstGeom>
        </p:spPr>
      </p:pic>
      <p:pic>
        <p:nvPicPr>
          <p:cNvPr id="4" name="Picture 3" descr="A cartoon of a penguin with a checklist&#10;&#10;Description automatically generated">
            <a:extLst>
              <a:ext uri="{FF2B5EF4-FFF2-40B4-BE49-F238E27FC236}">
                <a16:creationId xmlns:a16="http://schemas.microsoft.com/office/drawing/2014/main" id="{30CFB588-B2A9-078E-7C05-D97824CE6828}"/>
              </a:ext>
            </a:extLst>
          </p:cNvPr>
          <p:cNvPicPr>
            <a:picLocks noChangeAspect="1"/>
          </p:cNvPicPr>
          <p:nvPr userDrawn="1"/>
        </p:nvPicPr>
        <p:blipFill>
          <a:blip r:embed="rId4"/>
          <a:stretch>
            <a:fillRect/>
          </a:stretch>
        </p:blipFill>
        <p:spPr>
          <a:xfrm>
            <a:off x="6803796" y="3589156"/>
            <a:ext cx="1518571" cy="1518571"/>
          </a:xfrm>
          <a:prstGeom prst="rect">
            <a:avLst/>
          </a:prstGeom>
        </p:spPr>
      </p:pic>
      <p:pic>
        <p:nvPicPr>
          <p:cNvPr id="5" name="Picture 4" descr="A cartoon penguin holding a sign&#10;&#10;Description automatically generated">
            <a:extLst>
              <a:ext uri="{FF2B5EF4-FFF2-40B4-BE49-F238E27FC236}">
                <a16:creationId xmlns:a16="http://schemas.microsoft.com/office/drawing/2014/main" id="{74228802-8CE2-8E1C-9BAB-A91749E6AAC5}"/>
              </a:ext>
            </a:extLst>
          </p:cNvPr>
          <p:cNvPicPr>
            <a:picLocks noChangeAspect="1"/>
          </p:cNvPicPr>
          <p:nvPr userDrawn="1"/>
        </p:nvPicPr>
        <p:blipFill>
          <a:blip r:embed="rId5"/>
          <a:stretch>
            <a:fillRect/>
          </a:stretch>
        </p:blipFill>
        <p:spPr>
          <a:xfrm>
            <a:off x="5455252" y="3314696"/>
            <a:ext cx="1627148" cy="162714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7"/>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latin typeface="Josefin Sans" pitchFamily="2" charset="77"/>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dirty="0"/>
          </a:p>
        </p:txBody>
      </p:sp>
      <p:sp>
        <p:nvSpPr>
          <p:cNvPr id="53" name="Google Shape;53;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54" name="Google Shape;54;p7"/>
          <p:cNvPicPr preferRelativeResize="0"/>
          <p:nvPr/>
        </p:nvPicPr>
        <p:blipFill>
          <a:blip r:embed="rId2">
            <a:alphaModFix/>
          </a:blip>
          <a:stretch>
            <a:fillRect/>
          </a:stretch>
        </p:blipFill>
        <p:spPr>
          <a:xfrm>
            <a:off x="8128800" y="0"/>
            <a:ext cx="1015200" cy="1007953"/>
          </a:xfrm>
          <a:prstGeom prst="rect">
            <a:avLst/>
          </a:prstGeom>
          <a:noFill/>
          <a:ln>
            <a:noFill/>
          </a:ln>
        </p:spPr>
      </p:pic>
      <p:pic>
        <p:nvPicPr>
          <p:cNvPr id="3" name="Picture 2" descr="A cartoon of a penguin with a checklist&#10;&#10;Description automatically generated">
            <a:extLst>
              <a:ext uri="{FF2B5EF4-FFF2-40B4-BE49-F238E27FC236}">
                <a16:creationId xmlns:a16="http://schemas.microsoft.com/office/drawing/2014/main" id="{40363B32-B11C-BE34-646F-502D3D00250F}"/>
              </a:ext>
            </a:extLst>
          </p:cNvPr>
          <p:cNvPicPr>
            <a:picLocks noChangeAspect="1"/>
          </p:cNvPicPr>
          <p:nvPr userDrawn="1"/>
        </p:nvPicPr>
        <p:blipFill>
          <a:blip r:embed="rId3"/>
          <a:stretch>
            <a:fillRect/>
          </a:stretch>
        </p:blipFill>
        <p:spPr>
          <a:xfrm>
            <a:off x="6803796" y="3589156"/>
            <a:ext cx="1518571" cy="1518571"/>
          </a:xfrm>
          <a:prstGeom prst="rect">
            <a:avLst/>
          </a:prstGeom>
        </p:spPr>
      </p:pic>
      <p:pic>
        <p:nvPicPr>
          <p:cNvPr id="4" name="Picture 3" descr="A cartoon penguin holding a sign&#10;&#10;Description automatically generated">
            <a:extLst>
              <a:ext uri="{FF2B5EF4-FFF2-40B4-BE49-F238E27FC236}">
                <a16:creationId xmlns:a16="http://schemas.microsoft.com/office/drawing/2014/main" id="{2618072D-802B-3361-E6F3-5276C2A74B9C}"/>
              </a:ext>
            </a:extLst>
          </p:cNvPr>
          <p:cNvPicPr>
            <a:picLocks noChangeAspect="1"/>
          </p:cNvPicPr>
          <p:nvPr userDrawn="1"/>
        </p:nvPicPr>
        <p:blipFill>
          <a:blip r:embed="rId4"/>
          <a:stretch>
            <a:fillRect/>
          </a:stretch>
        </p:blipFill>
        <p:spPr>
          <a:xfrm>
            <a:off x="5455252" y="3314696"/>
            <a:ext cx="1627148" cy="162714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1">
  <p:cSld name="SECTION_HEADER_1">
    <p:bg>
      <p:bgPr>
        <a:solidFill>
          <a:srgbClr val="F6F7FA"/>
        </a:solidFill>
        <a:effectLst/>
      </p:bgPr>
    </p:bg>
    <p:spTree>
      <p:nvGrpSpPr>
        <p:cNvPr id="1" name="Shape 55"/>
        <p:cNvGrpSpPr/>
        <p:nvPr/>
      </p:nvGrpSpPr>
      <p:grpSpPr>
        <a:xfrm>
          <a:off x="0" y="0"/>
          <a:ext cx="0" cy="0"/>
          <a:chOff x="0" y="0"/>
          <a:chExt cx="0" cy="0"/>
        </a:xfrm>
      </p:grpSpPr>
      <p:sp>
        <p:nvSpPr>
          <p:cNvPr id="56" name="Google Shape;56;p8"/>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txBox="1">
            <a:spLocks noGrp="1"/>
          </p:cNvSpPr>
          <p:nvPr>
            <p:ph type="title"/>
          </p:nvPr>
        </p:nvSpPr>
        <p:spPr>
          <a:xfrm>
            <a:off x="607150" y="2148722"/>
            <a:ext cx="8222100" cy="838800"/>
          </a:xfrm>
          <a:prstGeom prst="rect">
            <a:avLst/>
          </a:prstGeom>
        </p:spPr>
        <p:txBody>
          <a:bodyPr spcFirstLastPara="1" wrap="square" lIns="91425" tIns="91425" rIns="91425" bIns="91425" anchor="ctr" anchorCtr="0">
            <a:normAutofit/>
          </a:bodyPr>
          <a:lstStyle>
            <a:lvl1pPr lvl="0" rtl="0">
              <a:spcBef>
                <a:spcPts val="0"/>
              </a:spcBef>
              <a:spcAft>
                <a:spcPts val="0"/>
              </a:spcAft>
              <a:buSzPts val="4200"/>
              <a:buNone/>
              <a:defRPr sz="4200">
                <a:latin typeface="Josefin Sans" pitchFamily="2" charset="77"/>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dirty="0"/>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59" name="Google Shape;59;p8"/>
          <p:cNvPicPr preferRelativeResize="0"/>
          <p:nvPr/>
        </p:nvPicPr>
        <p:blipFill>
          <a:blip r:embed="rId2">
            <a:alphaModFix/>
          </a:blip>
          <a:stretch>
            <a:fillRect/>
          </a:stretch>
        </p:blipFill>
        <p:spPr>
          <a:xfrm>
            <a:off x="8155621" y="-1"/>
            <a:ext cx="988375" cy="988375"/>
          </a:xfrm>
          <a:prstGeom prst="rect">
            <a:avLst/>
          </a:prstGeom>
          <a:noFill/>
          <a:ln>
            <a:noFill/>
          </a:ln>
        </p:spPr>
      </p:pic>
      <p:pic>
        <p:nvPicPr>
          <p:cNvPr id="3" name="Picture 2" descr="A cartoon of a penguin with a checklist&#10;&#10;Description automatically generated">
            <a:extLst>
              <a:ext uri="{FF2B5EF4-FFF2-40B4-BE49-F238E27FC236}">
                <a16:creationId xmlns:a16="http://schemas.microsoft.com/office/drawing/2014/main" id="{30378B96-7970-B512-4821-71D2FC0327A3}"/>
              </a:ext>
            </a:extLst>
          </p:cNvPr>
          <p:cNvPicPr>
            <a:picLocks noChangeAspect="1"/>
          </p:cNvPicPr>
          <p:nvPr userDrawn="1"/>
        </p:nvPicPr>
        <p:blipFill>
          <a:blip r:embed="rId3"/>
          <a:stretch>
            <a:fillRect/>
          </a:stretch>
        </p:blipFill>
        <p:spPr>
          <a:xfrm>
            <a:off x="6803796" y="3589156"/>
            <a:ext cx="1518571" cy="1518571"/>
          </a:xfrm>
          <a:prstGeom prst="rect">
            <a:avLst/>
          </a:prstGeom>
        </p:spPr>
      </p:pic>
      <p:pic>
        <p:nvPicPr>
          <p:cNvPr id="4" name="Picture 3" descr="A cartoon penguin holding a sign&#10;&#10;Description automatically generated">
            <a:extLst>
              <a:ext uri="{FF2B5EF4-FFF2-40B4-BE49-F238E27FC236}">
                <a16:creationId xmlns:a16="http://schemas.microsoft.com/office/drawing/2014/main" id="{AB41714B-D2B5-824B-A9CC-AE25EF37B714}"/>
              </a:ext>
            </a:extLst>
          </p:cNvPr>
          <p:cNvPicPr>
            <a:picLocks noChangeAspect="1"/>
          </p:cNvPicPr>
          <p:nvPr userDrawn="1"/>
        </p:nvPicPr>
        <p:blipFill>
          <a:blip r:embed="rId4"/>
          <a:stretch>
            <a:fillRect/>
          </a:stretch>
        </p:blipFill>
        <p:spPr>
          <a:xfrm>
            <a:off x="5455252" y="3314696"/>
            <a:ext cx="1627148" cy="162714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8432941" y="4431167"/>
            <a:ext cx="724200" cy="72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p:nvPr/>
        </p:nvSpPr>
        <p:spPr>
          <a:xfrm rot="10800000">
            <a:off x="7701526" y="4431200"/>
            <a:ext cx="731400" cy="730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Josefin Sans" pitchFamily="2" charset="77"/>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64" name="Google Shape;64;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9"/>
          <p:cNvSpPr/>
          <p:nvPr/>
        </p:nvSpPr>
        <p:spPr>
          <a:xfrm>
            <a:off x="8418600" y="0"/>
            <a:ext cx="725400" cy="72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atin typeface="Josefin Sans" pitchFamily="2" charset="77"/>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pic>
        <p:nvPicPr>
          <p:cNvPr id="67" name="Google Shape;67;p9"/>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311700" y="410000"/>
            <a:ext cx="66141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Josefin Sans" pitchFamily="2" charset="77"/>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70" name="Google Shape;70;p10"/>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atin typeface="Josefin Sans" pitchFamily="2" charset="77"/>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dirty="0"/>
          </a:p>
        </p:txBody>
      </p:sp>
      <p:sp>
        <p:nvSpPr>
          <p:cNvPr id="71" name="Google Shape;71;p10"/>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atin typeface="Josefin Sans" pitchFamily="2" charset="77"/>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dirty="0"/>
          </a:p>
        </p:txBody>
      </p:sp>
      <p:sp>
        <p:nvSpPr>
          <p:cNvPr id="72" name="Google Shape;72;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grpSp>
        <p:nvGrpSpPr>
          <p:cNvPr id="73" name="Google Shape;73;p10"/>
          <p:cNvGrpSpPr/>
          <p:nvPr/>
        </p:nvGrpSpPr>
        <p:grpSpPr>
          <a:xfrm>
            <a:off x="6971838" y="-12"/>
            <a:ext cx="2174881" cy="1450030"/>
            <a:chOff x="6098378" y="5"/>
            <a:chExt cx="3045625" cy="2030570"/>
          </a:xfrm>
        </p:grpSpPr>
        <p:sp>
          <p:nvSpPr>
            <p:cNvPr id="74" name="Google Shape;74;p10"/>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0"/>
            <p:cNvSpPr/>
            <p:nvPr/>
          </p:nvSpPr>
          <p:spPr>
            <a:xfrm flipH="1">
              <a:off x="7113463" y="5"/>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0"/>
            <p:cNvSpPr/>
            <p:nvPr/>
          </p:nvSpPr>
          <p:spPr>
            <a:xfrm rot="10800000">
              <a:off x="6098378" y="97"/>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0"/>
            <p:cNvSpPr/>
            <p:nvPr/>
          </p:nvSpPr>
          <p:spPr>
            <a:xfrm rot="10800000">
              <a:off x="8128789" y="101537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8" name="Google Shape;78;p10"/>
          <p:cNvPicPr preferRelativeResize="0"/>
          <p:nvPr/>
        </p:nvPicPr>
        <p:blipFill>
          <a:blip r:embed="rId2">
            <a:alphaModFix/>
          </a:blip>
          <a:stretch>
            <a:fillRect/>
          </a:stretch>
        </p:blipFill>
        <p:spPr>
          <a:xfrm>
            <a:off x="8675950" y="0"/>
            <a:ext cx="470775" cy="470775"/>
          </a:xfrm>
          <a:prstGeom prst="rect">
            <a:avLst/>
          </a:prstGeom>
          <a:noFill/>
          <a:ln>
            <a:noFill/>
          </a:ln>
        </p:spPr>
      </p:pic>
      <p:pic>
        <p:nvPicPr>
          <p:cNvPr id="79" name="Google Shape;79;p10"/>
          <p:cNvPicPr preferRelativeResize="0"/>
          <p:nvPr/>
        </p:nvPicPr>
        <p:blipFill>
          <a:blip r:embed="rId3">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4C3F07AF-469B-D3CF-D9C7-4D2528542FA3}"/>
              </a:ext>
            </a:extLst>
          </p:cNvPr>
          <p:cNvPicPr>
            <a:picLocks noChangeAspect="1"/>
          </p:cNvPicPr>
          <p:nvPr userDrawn="1"/>
        </p:nvPicPr>
        <p:blipFill>
          <a:blip r:embed="rId4"/>
          <a:stretch>
            <a:fillRect/>
          </a:stretch>
        </p:blipFill>
        <p:spPr>
          <a:xfrm>
            <a:off x="1315843" y="4618434"/>
            <a:ext cx="673323" cy="38538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1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Josefin Sans" pitchFamily="2" charset="77"/>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82" name="Google Shape;82;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83" name="Google Shape;83;p11"/>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AEDFAA16-DDC0-EFB3-C6D1-B3D5C8AEBE6C}"/>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atin typeface="Josefin Sans" pitchFamily="2" charset="77"/>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86" name="Google Shape;86;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2"/>
          <p:cNvSpPr/>
          <p:nvPr/>
        </p:nvSpPr>
        <p:spPr>
          <a:xfrm>
            <a:off x="8418600" y="0"/>
            <a:ext cx="725400" cy="72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 name="Google Shape;88;p12"/>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F61A5555-1EA5-9B0F-AFC7-EDE40AE86522}"/>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
        <p:cNvGrpSpPr/>
        <p:nvPr/>
      </p:nvGrpSpPr>
      <p:grpSpPr>
        <a:xfrm>
          <a:off x="0" y="0"/>
          <a:ext cx="0" cy="0"/>
          <a:chOff x="0" y="0"/>
          <a:chExt cx="0" cy="0"/>
        </a:xfrm>
      </p:grpSpPr>
      <p:sp>
        <p:nvSpPr>
          <p:cNvPr id="90" name="Google Shape;90;p1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3" name="Picture 2" descr="A cartoon of a penguin with a checklist&#10;&#10;Description automatically generated">
            <a:extLst>
              <a:ext uri="{FF2B5EF4-FFF2-40B4-BE49-F238E27FC236}">
                <a16:creationId xmlns:a16="http://schemas.microsoft.com/office/drawing/2014/main" id="{CFF28F03-C289-82C9-541F-BFB6AFB8DBB1}"/>
              </a:ext>
            </a:extLst>
          </p:cNvPr>
          <p:cNvPicPr>
            <a:picLocks noChangeAspect="1"/>
          </p:cNvPicPr>
          <p:nvPr userDrawn="1"/>
        </p:nvPicPr>
        <p:blipFill>
          <a:blip r:embed="rId2"/>
          <a:stretch>
            <a:fillRect/>
          </a:stretch>
        </p:blipFill>
        <p:spPr>
          <a:xfrm>
            <a:off x="6803796" y="3589156"/>
            <a:ext cx="1518571" cy="1518571"/>
          </a:xfrm>
          <a:prstGeom prst="rect">
            <a:avLst/>
          </a:prstGeom>
        </p:spPr>
      </p:pic>
      <p:pic>
        <p:nvPicPr>
          <p:cNvPr id="4" name="Picture 3" descr="A cartoon penguin holding a sign&#10;&#10;Description automatically generated">
            <a:extLst>
              <a:ext uri="{FF2B5EF4-FFF2-40B4-BE49-F238E27FC236}">
                <a16:creationId xmlns:a16="http://schemas.microsoft.com/office/drawing/2014/main" id="{1757F637-D504-631D-9535-2997162CBBF3}"/>
              </a:ext>
            </a:extLst>
          </p:cNvPr>
          <p:cNvPicPr>
            <a:picLocks noChangeAspect="1"/>
          </p:cNvPicPr>
          <p:nvPr userDrawn="1"/>
        </p:nvPicPr>
        <p:blipFill>
          <a:blip r:embed="rId3"/>
          <a:stretch>
            <a:fillRect/>
          </a:stretch>
        </p:blipFill>
        <p:spPr>
          <a:xfrm>
            <a:off x="5455252" y="3314696"/>
            <a:ext cx="1627148" cy="1627148"/>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sp>
        <p:nvSpPr>
          <p:cNvPr id="92" name="Google Shape;92;p14"/>
          <p:cNvSpPr/>
          <p:nvPr/>
        </p:nvSpPr>
        <p:spPr>
          <a:xfrm>
            <a:off x="4572000" y="-175"/>
            <a:ext cx="4572000" cy="5143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atin typeface="Josefin Sans" pitchFamily="2" charset="77"/>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dirty="0"/>
          </a:p>
        </p:txBody>
      </p:sp>
      <p:sp>
        <p:nvSpPr>
          <p:cNvPr id="94" name="Google Shape;94;p14"/>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100"/>
              <a:buNone/>
              <a:defRPr sz="2100">
                <a:latin typeface="Josefin Sans" pitchFamily="2" charset="77"/>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dirty="0"/>
          </a:p>
        </p:txBody>
      </p:sp>
      <p:sp>
        <p:nvSpPr>
          <p:cNvPr id="95" name="Google Shape;95;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latin typeface="Josefin Sans" pitchFamily="2" charset="77"/>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dirty="0"/>
          </a:p>
        </p:txBody>
      </p:sp>
      <p:sp>
        <p:nvSpPr>
          <p:cNvPr id="96" name="Google Shape;96;p1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97" name="Google Shape;97;p14"/>
          <p:cNvPicPr preferRelativeResize="0"/>
          <p:nvPr/>
        </p:nvPicPr>
        <p:blipFill>
          <a:blip r:embed="rId2">
            <a:alphaModFix/>
          </a:blip>
          <a:stretch>
            <a:fillRect/>
          </a:stretch>
        </p:blipFill>
        <p:spPr>
          <a:xfrm>
            <a:off x="8223025" y="-6"/>
            <a:ext cx="920975" cy="914400"/>
          </a:xfrm>
          <a:prstGeom prst="rect">
            <a:avLst/>
          </a:prstGeom>
          <a:noFill/>
          <a:ln>
            <a:noFill/>
          </a:ln>
        </p:spPr>
      </p:pic>
      <p:pic>
        <p:nvPicPr>
          <p:cNvPr id="98" name="Google Shape;98;p14"/>
          <p:cNvPicPr preferRelativeResize="0"/>
          <p:nvPr/>
        </p:nvPicPr>
        <p:blipFill>
          <a:blip r:embed="rId3">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F75B4D4-E878-6DF5-25BA-F9A39B633FE0}"/>
              </a:ext>
            </a:extLst>
          </p:cNvPr>
          <p:cNvPicPr>
            <a:picLocks noChangeAspect="1"/>
          </p:cNvPicPr>
          <p:nvPr userDrawn="1"/>
        </p:nvPicPr>
        <p:blipFill>
          <a:blip r:embed="rId4"/>
          <a:stretch>
            <a:fillRect/>
          </a:stretch>
        </p:blipFill>
        <p:spPr>
          <a:xfrm>
            <a:off x="1315843" y="4618434"/>
            <a:ext cx="673323" cy="38538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sp>
        <p:nvSpPr>
          <p:cNvPr id="100" name="Google Shape;100;p15"/>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atin typeface="Josefin Sans" pitchFamily="2" charset="77"/>
              </a:defRPr>
            </a:lvl1pPr>
          </a:lstStyle>
          <a:p>
            <a:endParaRPr dirty="0"/>
          </a:p>
        </p:txBody>
      </p:sp>
      <p:sp>
        <p:nvSpPr>
          <p:cNvPr id="101" name="Google Shape;101;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3" name="Picture 2" descr="A cartoon of a penguin with a checklist&#10;&#10;Description automatically generated">
            <a:extLst>
              <a:ext uri="{FF2B5EF4-FFF2-40B4-BE49-F238E27FC236}">
                <a16:creationId xmlns:a16="http://schemas.microsoft.com/office/drawing/2014/main" id="{10F78444-EE19-2599-661C-6D0E86EC432A}"/>
              </a:ext>
            </a:extLst>
          </p:cNvPr>
          <p:cNvPicPr>
            <a:picLocks noChangeAspect="1"/>
          </p:cNvPicPr>
          <p:nvPr userDrawn="1"/>
        </p:nvPicPr>
        <p:blipFill>
          <a:blip r:embed="rId2"/>
          <a:stretch>
            <a:fillRect/>
          </a:stretch>
        </p:blipFill>
        <p:spPr>
          <a:xfrm>
            <a:off x="4599744" y="1758029"/>
            <a:ext cx="1518571" cy="1518571"/>
          </a:xfrm>
          <a:prstGeom prst="rect">
            <a:avLst/>
          </a:prstGeom>
        </p:spPr>
      </p:pic>
      <p:pic>
        <p:nvPicPr>
          <p:cNvPr id="4" name="Picture 3" descr="A cartoon penguin holding a sign&#10;&#10;Description automatically generated">
            <a:extLst>
              <a:ext uri="{FF2B5EF4-FFF2-40B4-BE49-F238E27FC236}">
                <a16:creationId xmlns:a16="http://schemas.microsoft.com/office/drawing/2014/main" id="{5EC4047F-C3B4-1BE9-69F2-7B9D5C5A03A3}"/>
              </a:ext>
            </a:extLst>
          </p:cNvPr>
          <p:cNvPicPr>
            <a:picLocks noChangeAspect="1"/>
          </p:cNvPicPr>
          <p:nvPr userDrawn="1"/>
        </p:nvPicPr>
        <p:blipFill>
          <a:blip r:embed="rId3"/>
          <a:stretch>
            <a:fillRect/>
          </a:stretch>
        </p:blipFill>
        <p:spPr>
          <a:xfrm>
            <a:off x="3251200" y="1483569"/>
            <a:ext cx="1627148" cy="162714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rgbClr val="003778"/>
            </a:gs>
            <a:gs pos="100000">
              <a:srgbClr val="00183C"/>
            </a:gs>
          </a:gsLst>
          <a:lin ang="2700006" scaled="0"/>
        </a:gradFill>
        <a:effectLst/>
      </p:bgPr>
    </p:bg>
    <p:spTree>
      <p:nvGrpSpPr>
        <p:cNvPr id="1" name="Shape 102"/>
        <p:cNvGrpSpPr/>
        <p:nvPr/>
      </p:nvGrpSpPr>
      <p:grpSpPr>
        <a:xfrm>
          <a:off x="0" y="0"/>
          <a:ext cx="0" cy="0"/>
          <a:chOff x="0" y="0"/>
          <a:chExt cx="0" cy="0"/>
        </a:xfrm>
      </p:grpSpPr>
      <p:grpSp>
        <p:nvGrpSpPr>
          <p:cNvPr id="103" name="Google Shape;103;p16"/>
          <p:cNvGrpSpPr/>
          <p:nvPr/>
        </p:nvGrpSpPr>
        <p:grpSpPr>
          <a:xfrm>
            <a:off x="6098378" y="5"/>
            <a:ext cx="3045625" cy="2030570"/>
            <a:chOff x="6098378" y="5"/>
            <a:chExt cx="3045625" cy="2030570"/>
          </a:xfrm>
        </p:grpSpPr>
        <p:sp>
          <p:nvSpPr>
            <p:cNvPr id="104" name="Google Shape;104;p1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rot="10800000">
              <a:off x="6098378" y="97"/>
              <a:ext cx="1015200" cy="10152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 name="Google Shape;108;p16"/>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latin typeface="Josefin Sans" pitchFamily="2" charset="77"/>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rPr dirty="0"/>
              <a:t>xx%</a:t>
            </a:r>
          </a:p>
        </p:txBody>
      </p:sp>
      <p:sp>
        <p:nvSpPr>
          <p:cNvPr id="109" name="Google Shape;109;p16"/>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latin typeface="Josefin Sans" pitchFamily="2" charset="77"/>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dirty="0"/>
          </a:p>
        </p:txBody>
      </p:sp>
      <p:sp>
        <p:nvSpPr>
          <p:cNvPr id="110" name="Google Shape;110;p1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11" name="Google Shape;111;p16"/>
          <p:cNvPicPr preferRelativeResize="0"/>
          <p:nvPr/>
        </p:nvPicPr>
        <p:blipFill>
          <a:blip r:embed="rId2">
            <a:alphaModFix/>
          </a:blip>
          <a:stretch>
            <a:fillRect/>
          </a:stretch>
        </p:blipFill>
        <p:spPr>
          <a:xfrm>
            <a:off x="8460425" y="301096"/>
            <a:ext cx="286575" cy="429875"/>
          </a:xfrm>
          <a:prstGeom prst="rect">
            <a:avLst/>
          </a:prstGeom>
          <a:noFill/>
          <a:ln>
            <a:noFill/>
          </a:ln>
        </p:spPr>
      </p:pic>
      <p:grpSp>
        <p:nvGrpSpPr>
          <p:cNvPr id="5" name="Group 4">
            <a:extLst>
              <a:ext uri="{FF2B5EF4-FFF2-40B4-BE49-F238E27FC236}">
                <a16:creationId xmlns:a16="http://schemas.microsoft.com/office/drawing/2014/main" id="{4DD49D95-AE62-A6E3-C5DB-42B1EDC733D6}"/>
              </a:ext>
            </a:extLst>
          </p:cNvPr>
          <p:cNvGrpSpPr/>
          <p:nvPr userDrawn="1"/>
        </p:nvGrpSpPr>
        <p:grpSpPr>
          <a:xfrm>
            <a:off x="144213" y="32161"/>
            <a:ext cx="2242148" cy="1454668"/>
            <a:chOff x="144213" y="32161"/>
            <a:chExt cx="2867115" cy="1793031"/>
          </a:xfrm>
        </p:grpSpPr>
        <p:pic>
          <p:nvPicPr>
            <p:cNvPr id="3" name="Picture 2" descr="A cartoon of a penguin with a checklist&#10;&#10;Description automatically generated">
              <a:extLst>
                <a:ext uri="{FF2B5EF4-FFF2-40B4-BE49-F238E27FC236}">
                  <a16:creationId xmlns:a16="http://schemas.microsoft.com/office/drawing/2014/main" id="{3B756507-DFF7-EF8B-A4E3-AB4446D40791}"/>
                </a:ext>
              </a:extLst>
            </p:cNvPr>
            <p:cNvPicPr>
              <a:picLocks noChangeAspect="1"/>
            </p:cNvPicPr>
            <p:nvPr userDrawn="1"/>
          </p:nvPicPr>
          <p:blipFill>
            <a:blip r:embed="rId3"/>
            <a:stretch>
              <a:fillRect/>
            </a:stretch>
          </p:blipFill>
          <p:spPr>
            <a:xfrm>
              <a:off x="1492757" y="306621"/>
              <a:ext cx="1518571" cy="1518571"/>
            </a:xfrm>
            <a:prstGeom prst="rect">
              <a:avLst/>
            </a:prstGeom>
          </p:spPr>
        </p:pic>
        <p:pic>
          <p:nvPicPr>
            <p:cNvPr id="4" name="Picture 3" descr="A cartoon penguin holding a sign&#10;&#10;Description automatically generated">
              <a:extLst>
                <a:ext uri="{FF2B5EF4-FFF2-40B4-BE49-F238E27FC236}">
                  <a16:creationId xmlns:a16="http://schemas.microsoft.com/office/drawing/2014/main" id="{93BDB77E-F8D1-C897-E45A-E3AC36A2BE56}"/>
                </a:ext>
              </a:extLst>
            </p:cNvPr>
            <p:cNvPicPr>
              <a:picLocks noChangeAspect="1"/>
            </p:cNvPicPr>
            <p:nvPr userDrawn="1"/>
          </p:nvPicPr>
          <p:blipFill>
            <a:blip r:embed="rId4"/>
            <a:stretch>
              <a:fillRect/>
            </a:stretch>
          </p:blipFill>
          <p:spPr>
            <a:xfrm>
              <a:off x="144213" y="32161"/>
              <a:ext cx="1627148" cy="1627148"/>
            </a:xfrm>
            <a:prstGeom prst="rect">
              <a:avLst/>
            </a:prstGeom>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2"/>
        <p:cNvGrpSpPr/>
        <p:nvPr/>
      </p:nvGrpSpPr>
      <p:grpSpPr>
        <a:xfrm>
          <a:off x="0" y="0"/>
          <a:ext cx="0" cy="0"/>
          <a:chOff x="0" y="0"/>
          <a:chExt cx="0" cy="0"/>
        </a:xfrm>
      </p:grpSpPr>
      <p:sp>
        <p:nvSpPr>
          <p:cNvPr id="113" name="Google Shape;113;p1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3" name="Picture 2" descr="A cartoon of a penguin with a checklist&#10;&#10;Description automatically generated">
            <a:extLst>
              <a:ext uri="{FF2B5EF4-FFF2-40B4-BE49-F238E27FC236}">
                <a16:creationId xmlns:a16="http://schemas.microsoft.com/office/drawing/2014/main" id="{F06E0DFF-6197-5D0C-D0C1-CD1AC749A6FE}"/>
              </a:ext>
            </a:extLst>
          </p:cNvPr>
          <p:cNvPicPr>
            <a:picLocks noChangeAspect="1"/>
          </p:cNvPicPr>
          <p:nvPr userDrawn="1"/>
        </p:nvPicPr>
        <p:blipFill>
          <a:blip r:embed="rId2"/>
          <a:stretch>
            <a:fillRect/>
          </a:stretch>
        </p:blipFill>
        <p:spPr>
          <a:xfrm>
            <a:off x="6803796" y="3589156"/>
            <a:ext cx="1518571" cy="1518571"/>
          </a:xfrm>
          <a:prstGeom prst="rect">
            <a:avLst/>
          </a:prstGeom>
        </p:spPr>
      </p:pic>
      <p:pic>
        <p:nvPicPr>
          <p:cNvPr id="4" name="Picture 3" descr="A cartoon penguin holding a sign&#10;&#10;Description automatically generated">
            <a:extLst>
              <a:ext uri="{FF2B5EF4-FFF2-40B4-BE49-F238E27FC236}">
                <a16:creationId xmlns:a16="http://schemas.microsoft.com/office/drawing/2014/main" id="{30002042-A79F-D259-5DB1-7F97379CB6EC}"/>
              </a:ext>
            </a:extLst>
          </p:cNvPr>
          <p:cNvPicPr>
            <a:picLocks noChangeAspect="1"/>
          </p:cNvPicPr>
          <p:nvPr userDrawn="1"/>
        </p:nvPicPr>
        <p:blipFill>
          <a:blip r:embed="rId3"/>
          <a:stretch>
            <a:fillRect/>
          </a:stretch>
        </p:blipFill>
        <p:spPr>
          <a:xfrm>
            <a:off x="5455252" y="3314696"/>
            <a:ext cx="1627148" cy="162714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dirty="0"/>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Josefin Sans" pitchFamily="2" charset="77"/>
          <a:ea typeface="Josefin Sans"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Josefin Sans" pitchFamily="2" charset="77"/>
          <a:ea typeface="Josefin Sans"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uxfoundation.org/legal/trademark-usage"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https://www.openchainproject.org/partners"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linuxfoundation.org/antitrust-policy"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Please Note:</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285750" indent="-285750">
              <a:spcAft>
                <a:spcPts val="1200"/>
              </a:spcAft>
            </a:pPr>
            <a:r>
              <a:rPr lang="en-US" dirty="0"/>
              <a:t>The OpenChain Project Meeting and Presentation Template contains the OpenChain trademark and can only be used for matters related to OpenChain Project activities. This template also contains The Linux Foundation trademarked logo. The Linux Foundation trademark policy can be found here:</a:t>
            </a:r>
            <a:br>
              <a:rPr lang="en-US" dirty="0"/>
            </a:br>
            <a:r>
              <a:rPr lang="en-US" dirty="0">
                <a:hlinkClick r:id="rId3"/>
              </a:rPr>
              <a:t>https://www.linuxfoundation.org/legal/trademark-usage</a:t>
            </a:r>
            <a:endParaRPr lang="en-US" dirty="0"/>
          </a:p>
          <a:p>
            <a:pPr marL="285750" indent="-285750">
              <a:spcAft>
                <a:spcPts val="1200"/>
              </a:spcAft>
            </a:pPr>
            <a:r>
              <a:rPr lang="en-US" dirty="0"/>
              <a:t>If you want to use the OpenChain trademark for commercial activities please join the OpenChain Partner Program:</a:t>
            </a:r>
            <a:br>
              <a:rPr lang="en-US" dirty="0"/>
            </a:br>
            <a:r>
              <a:rPr lang="en-US" dirty="0">
                <a:hlinkClick r:id="rId4"/>
              </a:rPr>
              <a:t>https://www.openchainproject.org/partners</a:t>
            </a:r>
            <a:endParaRPr lang="en-US" dirty="0"/>
          </a:p>
        </p:txBody>
      </p:sp>
    </p:spTree>
    <p:extLst>
      <p:ext uri="{BB962C8B-B14F-4D97-AF65-F5344CB8AC3E}">
        <p14:creationId xmlns:p14="http://schemas.microsoft.com/office/powerpoint/2010/main" val="3496348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23" name="Google Shape;123;p19"/>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29" name="Google Shape;129;p20"/>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35" name="Google Shape;135;p21"/>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Antitrust Policy Notice</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fontScale="85000" lnSpcReduction="10000"/>
          </a:bodyPr>
          <a:lstStyle/>
          <a:p>
            <a:pPr marL="0" indent="0">
              <a:spcAft>
                <a:spcPts val="1200"/>
              </a:spcAft>
              <a:buNone/>
            </a:pPr>
            <a:r>
              <a:rPr lang="en-US"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pPr marL="0" indent="0">
              <a:spcAft>
                <a:spcPts val="1200"/>
              </a:spcAft>
              <a:buNone/>
            </a:pPr>
            <a:r>
              <a:rPr lang="en-US" dirty="0"/>
              <a:t>Examples of types of actions that are prohibited at Linux Foundation meetings and in connection with Linux Foundation activities are described in the Linux Foundation Antitrust Policy available at </a:t>
            </a:r>
            <a:r>
              <a:rPr lang="en-US" dirty="0">
                <a:hlinkClick r:id="rId3"/>
              </a:rPr>
              <a:t>linuxfoundation.org/antitrust-policy</a:t>
            </a:r>
            <a:r>
              <a:rPr lang="en-US" dirty="0"/>
              <a:t>. If you have questions about these matters, please contact your company counsel, or if you are a member of the Linux Foundation, feel free to contact Andrew </a:t>
            </a:r>
            <a:r>
              <a:rPr lang="en-US" dirty="0" err="1"/>
              <a:t>Updegrove</a:t>
            </a:r>
            <a:r>
              <a:rPr lang="en-US" dirty="0"/>
              <a:t> of the firm of </a:t>
            </a:r>
            <a:r>
              <a:rPr lang="en-US" dirty="0" err="1"/>
              <a:t>Gesmer</a:t>
            </a:r>
            <a:r>
              <a:rPr lang="en-US" dirty="0"/>
              <a:t> </a:t>
            </a:r>
            <a:r>
              <a:rPr lang="en-US" dirty="0" err="1"/>
              <a:t>Updegrove</a:t>
            </a:r>
            <a:r>
              <a:rPr lang="en-US" dirty="0"/>
              <a:t> LLP, which provides legal counsel to the Linux Foundation.</a:t>
            </a:r>
          </a:p>
        </p:txBody>
      </p:sp>
    </p:spTree>
    <p:extLst>
      <p:ext uri="{BB962C8B-B14F-4D97-AF65-F5344CB8AC3E}">
        <p14:creationId xmlns:p14="http://schemas.microsoft.com/office/powerpoint/2010/main" val="1226033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607150" y="2148722"/>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311700" y="410000"/>
            <a:ext cx="66141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1" name="Google Shape;151;p24"/>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52" name="Google Shape;152;p24"/>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7"/>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endParaRPr/>
          </a:p>
        </p:txBody>
      </p:sp>
      <p:sp>
        <p:nvSpPr>
          <p:cNvPr id="169" name="Google Shape;169;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1200"/>
              </a:spcAft>
              <a:buNone/>
            </a:pPr>
            <a:endParaRPr/>
          </a:p>
        </p:txBody>
      </p:sp>
      <p:sp>
        <p:nvSpPr>
          <p:cNvPr id="170" name="Google Shape;170;p27"/>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a:spLocks noGrp="1"/>
          </p:cNvSpPr>
          <p:nvPr>
            <p:ph type="title"/>
          </p:nvPr>
        </p:nvSpPr>
        <p:spPr>
          <a:xfrm>
            <a:off x="311700" y="1256050"/>
            <a:ext cx="8520600" cy="20307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76" name="Google Shape;176;p28"/>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246</Words>
  <Application>Microsoft Macintosh PowerPoint</Application>
  <PresentationFormat>On-screen Show (16:9)</PresentationFormat>
  <Paragraphs>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Roboto Slab Light</vt:lpstr>
      <vt:lpstr>Arial</vt:lpstr>
      <vt:lpstr>Josefin Sans</vt:lpstr>
      <vt:lpstr>Open Sans Medium</vt:lpstr>
      <vt:lpstr>Roboto</vt:lpstr>
      <vt:lpstr>Linux Foundation EU Theme 2023</vt:lpstr>
      <vt:lpstr>Please Note:</vt:lpstr>
      <vt:lpstr>PowerPoint Presentation</vt:lpstr>
      <vt:lpstr>PowerPoint Presentation</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John Mertic</cp:lastModifiedBy>
  <cp:revision>6</cp:revision>
  <dcterms:modified xsi:type="dcterms:W3CDTF">2026-07-28T16:33:24Z</dcterms:modified>
</cp:coreProperties>
</file>